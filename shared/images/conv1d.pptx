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33" d="100"/>
          <a:sy n="133" d="100"/>
        </p:scale>
        <p:origin x="22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48242"/>
            <a:ext cx="91440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01359"/>
            <a:ext cx="91440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6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2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39826"/>
            <a:ext cx="1051560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059642"/>
            <a:ext cx="1051560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0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17083"/>
            <a:ext cx="51816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17083"/>
            <a:ext cx="51816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9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43417"/>
            <a:ext cx="1051560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20775"/>
            <a:ext cx="5157787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70050"/>
            <a:ext cx="515778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20775"/>
            <a:ext cx="518318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670050"/>
            <a:ext cx="518318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5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1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4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4800"/>
            <a:ext cx="393223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58284"/>
            <a:ext cx="6172200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71600"/>
            <a:ext cx="393223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0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4800"/>
            <a:ext cx="393223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58284"/>
            <a:ext cx="6172200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71600"/>
            <a:ext cx="393223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4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1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43416"/>
            <a:ext cx="2628900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43416"/>
            <a:ext cx="7734300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13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76DF6-39D6-7D7A-E4EE-8C371EA81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3174"/>
            <a:ext cx="10515600" cy="37048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B1B03-4CC9-3202-6160-5432DA5BE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EB955-17FF-E90D-A3D6-2A502493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0DB24-67D7-E9DD-FF19-6D36D33D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4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43417"/>
            <a:ext cx="105156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7083"/>
            <a:ext cx="1051560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237567"/>
            <a:ext cx="27432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4B085-9581-984D-B47F-525AF6062C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237567"/>
            <a:ext cx="4114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237567"/>
            <a:ext cx="27432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678C1-B08C-D247-9F65-9DAC7F57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2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Picture 24">
            <a:extLst>
              <a:ext uri="{FF2B5EF4-FFF2-40B4-BE49-F238E27FC236}">
                <a16:creationId xmlns:a16="http://schemas.microsoft.com/office/drawing/2014/main" id="{67F67879-2FBA-3621-48D5-01654A81E6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8067"/>
            <a:ext cx="10515600" cy="309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397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>
            <a:extLst>
              <a:ext uri="{FF2B5EF4-FFF2-40B4-BE49-F238E27FC236}">
                <a16:creationId xmlns:a16="http://schemas.microsoft.com/office/drawing/2014/main" id="{5B20EFA2-5230-E376-C872-24DF549D56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8067"/>
            <a:ext cx="10515600" cy="309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58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8" name="Picture 16">
            <a:extLst>
              <a:ext uri="{FF2B5EF4-FFF2-40B4-BE49-F238E27FC236}">
                <a16:creationId xmlns:a16="http://schemas.microsoft.com/office/drawing/2014/main" id="{95DABF2E-355C-088E-7D95-1E921623C9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8067"/>
            <a:ext cx="10515600" cy="309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332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08FDEAEE-7DEF-A208-93DF-5D87605637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8067"/>
            <a:ext cx="10515600" cy="309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05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6B26E1B2-C2E2-5321-85FF-3DF22ED407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8067"/>
            <a:ext cx="10515600" cy="309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304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596</TotalTime>
  <Words>0</Words>
  <Application>Microsoft Macintosh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Schekotihin, Konstantin</dc:creator>
  <cp:lastModifiedBy>Schekotihin, Konstantin</cp:lastModifiedBy>
  <cp:revision>1</cp:revision>
  <dcterms:created xsi:type="dcterms:W3CDTF">2025-11-09T20:52:57Z</dcterms:created>
  <dcterms:modified xsi:type="dcterms:W3CDTF">2025-11-10T06:49:51Z</dcterms:modified>
</cp:coreProperties>
</file>